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7" r:id="rId1"/>
  </p:sldMasterIdLst>
  <p:sldIdLst>
    <p:sldId id="256" r:id="rId2"/>
    <p:sldId id="257" r:id="rId3"/>
    <p:sldId id="258" r:id="rId4"/>
    <p:sldId id="259" r:id="rId5"/>
  </p:sldIdLst>
  <p:sldSz cx="1227138" cy="942975"/>
  <p:notesSz cx="6858000" cy="9144000"/>
  <p:defaultTextStyle>
    <a:defPPr>
      <a:defRPr lang="es-ES"/>
    </a:defPPr>
    <a:lvl1pPr marL="0" algn="l" defTabSz="104150" rtl="0" eaLnBrk="1" latinLnBrk="0" hangingPunct="1">
      <a:defRPr sz="205" kern="1200">
        <a:solidFill>
          <a:schemeClr val="tx1"/>
        </a:solidFill>
        <a:latin typeface="+mn-lt"/>
        <a:ea typeface="+mn-ea"/>
        <a:cs typeface="+mn-cs"/>
      </a:defRPr>
    </a:lvl1pPr>
    <a:lvl2pPr marL="52075" algn="l" defTabSz="104150" rtl="0" eaLnBrk="1" latinLnBrk="0" hangingPunct="1">
      <a:defRPr sz="205" kern="1200">
        <a:solidFill>
          <a:schemeClr val="tx1"/>
        </a:solidFill>
        <a:latin typeface="+mn-lt"/>
        <a:ea typeface="+mn-ea"/>
        <a:cs typeface="+mn-cs"/>
      </a:defRPr>
    </a:lvl2pPr>
    <a:lvl3pPr marL="104150" algn="l" defTabSz="104150" rtl="0" eaLnBrk="1" latinLnBrk="0" hangingPunct="1">
      <a:defRPr sz="205" kern="1200">
        <a:solidFill>
          <a:schemeClr val="tx1"/>
        </a:solidFill>
        <a:latin typeface="+mn-lt"/>
        <a:ea typeface="+mn-ea"/>
        <a:cs typeface="+mn-cs"/>
      </a:defRPr>
    </a:lvl3pPr>
    <a:lvl4pPr marL="156225" algn="l" defTabSz="104150" rtl="0" eaLnBrk="1" latinLnBrk="0" hangingPunct="1">
      <a:defRPr sz="205" kern="1200">
        <a:solidFill>
          <a:schemeClr val="tx1"/>
        </a:solidFill>
        <a:latin typeface="+mn-lt"/>
        <a:ea typeface="+mn-ea"/>
        <a:cs typeface="+mn-cs"/>
      </a:defRPr>
    </a:lvl4pPr>
    <a:lvl5pPr marL="208300" algn="l" defTabSz="104150" rtl="0" eaLnBrk="1" latinLnBrk="0" hangingPunct="1">
      <a:defRPr sz="205" kern="1200">
        <a:solidFill>
          <a:schemeClr val="tx1"/>
        </a:solidFill>
        <a:latin typeface="+mn-lt"/>
        <a:ea typeface="+mn-ea"/>
        <a:cs typeface="+mn-cs"/>
      </a:defRPr>
    </a:lvl5pPr>
    <a:lvl6pPr marL="260375" algn="l" defTabSz="104150" rtl="0" eaLnBrk="1" latinLnBrk="0" hangingPunct="1">
      <a:defRPr sz="205" kern="1200">
        <a:solidFill>
          <a:schemeClr val="tx1"/>
        </a:solidFill>
        <a:latin typeface="+mn-lt"/>
        <a:ea typeface="+mn-ea"/>
        <a:cs typeface="+mn-cs"/>
      </a:defRPr>
    </a:lvl6pPr>
    <a:lvl7pPr marL="312450" algn="l" defTabSz="104150" rtl="0" eaLnBrk="1" latinLnBrk="0" hangingPunct="1">
      <a:defRPr sz="205" kern="1200">
        <a:solidFill>
          <a:schemeClr val="tx1"/>
        </a:solidFill>
        <a:latin typeface="+mn-lt"/>
        <a:ea typeface="+mn-ea"/>
        <a:cs typeface="+mn-cs"/>
      </a:defRPr>
    </a:lvl7pPr>
    <a:lvl8pPr marL="364526" algn="l" defTabSz="104150" rtl="0" eaLnBrk="1" latinLnBrk="0" hangingPunct="1">
      <a:defRPr sz="205" kern="1200">
        <a:solidFill>
          <a:schemeClr val="tx1"/>
        </a:solidFill>
        <a:latin typeface="+mn-lt"/>
        <a:ea typeface="+mn-ea"/>
        <a:cs typeface="+mn-cs"/>
      </a:defRPr>
    </a:lvl8pPr>
    <a:lvl9pPr marL="416601" algn="l" defTabSz="104150" rtl="0" eaLnBrk="1" latinLnBrk="0" hangingPunct="1">
      <a:defRPr sz="205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97">
          <p15:clr>
            <a:srgbClr val="A4A3A4"/>
          </p15:clr>
        </p15:guide>
        <p15:guide id="2" pos="38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132" autoAdjust="0"/>
    <p:restoredTop sz="94660"/>
  </p:normalViewPr>
  <p:slideViewPr>
    <p:cSldViewPr snapToGrid="0">
      <p:cViewPr varScale="1">
        <p:scale>
          <a:sx n="400" d="100"/>
          <a:sy n="400" d="100"/>
        </p:scale>
        <p:origin x="3750" y="1272"/>
      </p:cViewPr>
      <p:guideLst>
        <p:guide orient="horz" pos="297"/>
        <p:guide pos="38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3392" y="154325"/>
            <a:ext cx="920354" cy="328295"/>
          </a:xfrm>
        </p:spPr>
        <p:txBody>
          <a:bodyPr anchor="b"/>
          <a:lstStyle>
            <a:lvl1pPr algn="ctr">
              <a:defRPr sz="604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3392" y="495280"/>
            <a:ext cx="920354" cy="227667"/>
          </a:xfrm>
        </p:spPr>
        <p:txBody>
          <a:bodyPr/>
          <a:lstStyle>
            <a:lvl1pPr marL="0" indent="0" algn="ctr">
              <a:buNone/>
              <a:defRPr sz="242"/>
            </a:lvl1pPr>
            <a:lvl2pPr marL="46040" indent="0" algn="ctr">
              <a:buNone/>
              <a:defRPr sz="201"/>
            </a:lvl2pPr>
            <a:lvl3pPr marL="92080" indent="0" algn="ctr">
              <a:buNone/>
              <a:defRPr sz="181"/>
            </a:lvl3pPr>
            <a:lvl4pPr marL="138120" indent="0" algn="ctr">
              <a:buNone/>
              <a:defRPr sz="161"/>
            </a:lvl4pPr>
            <a:lvl5pPr marL="184160" indent="0" algn="ctr">
              <a:buNone/>
              <a:defRPr sz="161"/>
            </a:lvl5pPr>
            <a:lvl6pPr marL="230200" indent="0" algn="ctr">
              <a:buNone/>
              <a:defRPr sz="161"/>
            </a:lvl6pPr>
            <a:lvl7pPr marL="276240" indent="0" algn="ctr">
              <a:buNone/>
              <a:defRPr sz="161"/>
            </a:lvl7pPr>
            <a:lvl8pPr marL="322280" indent="0" algn="ctr">
              <a:buNone/>
              <a:defRPr sz="161"/>
            </a:lvl8pPr>
            <a:lvl9pPr marL="368320" indent="0" algn="ctr">
              <a:buNone/>
              <a:defRPr sz="161"/>
            </a:lvl9pPr>
          </a:lstStyle>
          <a:p>
            <a:r>
              <a:rPr lang="es-ES"/>
              <a:t>Haga clic para editar el estilo de subtítulo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23557-295D-4D7D-BCAD-2C3E301925A2}" type="datetimeFigureOut">
              <a:rPr lang="es-ES" smtClean="0"/>
              <a:t>24/08/2026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8C032A-E09D-4C11-8805-4A136CE4668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930447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23557-295D-4D7D-BCAD-2C3E301925A2}" type="datetimeFigureOut">
              <a:rPr lang="es-ES" smtClean="0"/>
              <a:t>24/08/2026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8C032A-E09D-4C11-8805-4A136CE4668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567591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726" y="235089"/>
            <a:ext cx="1058407" cy="392251"/>
          </a:xfrm>
        </p:spPr>
        <p:txBody>
          <a:bodyPr anchor="b"/>
          <a:lstStyle>
            <a:lvl1pPr>
              <a:defRPr sz="604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726" y="631051"/>
            <a:ext cx="1058407" cy="206276"/>
          </a:xfrm>
        </p:spPr>
        <p:txBody>
          <a:bodyPr/>
          <a:lstStyle>
            <a:lvl1pPr marL="0" indent="0">
              <a:buNone/>
              <a:defRPr sz="242">
                <a:solidFill>
                  <a:schemeClr val="tx1">
                    <a:tint val="75000"/>
                  </a:schemeClr>
                </a:solidFill>
              </a:defRPr>
            </a:lvl1pPr>
            <a:lvl2pPr marL="46040" indent="0">
              <a:buNone/>
              <a:defRPr sz="201">
                <a:solidFill>
                  <a:schemeClr val="tx1">
                    <a:tint val="75000"/>
                  </a:schemeClr>
                </a:solidFill>
              </a:defRPr>
            </a:lvl2pPr>
            <a:lvl3pPr marL="92080" indent="0">
              <a:buNone/>
              <a:defRPr sz="181">
                <a:solidFill>
                  <a:schemeClr val="tx1">
                    <a:tint val="75000"/>
                  </a:schemeClr>
                </a:solidFill>
              </a:defRPr>
            </a:lvl3pPr>
            <a:lvl4pPr marL="138120" indent="0">
              <a:buNone/>
              <a:defRPr sz="161">
                <a:solidFill>
                  <a:schemeClr val="tx1">
                    <a:tint val="75000"/>
                  </a:schemeClr>
                </a:solidFill>
              </a:defRPr>
            </a:lvl4pPr>
            <a:lvl5pPr marL="184160" indent="0">
              <a:buNone/>
              <a:defRPr sz="161">
                <a:solidFill>
                  <a:schemeClr val="tx1">
                    <a:tint val="75000"/>
                  </a:schemeClr>
                </a:solidFill>
              </a:defRPr>
            </a:lvl5pPr>
            <a:lvl6pPr marL="230200" indent="0">
              <a:buNone/>
              <a:defRPr sz="161">
                <a:solidFill>
                  <a:schemeClr val="tx1">
                    <a:tint val="75000"/>
                  </a:schemeClr>
                </a:solidFill>
              </a:defRPr>
            </a:lvl6pPr>
            <a:lvl7pPr marL="276240" indent="0">
              <a:buNone/>
              <a:defRPr sz="161">
                <a:solidFill>
                  <a:schemeClr val="tx1">
                    <a:tint val="75000"/>
                  </a:schemeClr>
                </a:solidFill>
              </a:defRPr>
            </a:lvl7pPr>
            <a:lvl8pPr marL="322280" indent="0">
              <a:buNone/>
              <a:defRPr sz="161">
                <a:solidFill>
                  <a:schemeClr val="tx1">
                    <a:tint val="75000"/>
                  </a:schemeClr>
                </a:solidFill>
              </a:defRPr>
            </a:lvl8pPr>
            <a:lvl9pPr marL="368320" indent="0">
              <a:buNone/>
              <a:defRPr sz="16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23557-295D-4D7D-BCAD-2C3E301925A2}" type="datetimeFigureOut">
              <a:rPr lang="es-ES" smtClean="0"/>
              <a:t>24/08/2026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8C032A-E09D-4C11-8805-4A136CE4668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756490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4366" y="251023"/>
            <a:ext cx="521534" cy="598309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21238" y="251023"/>
            <a:ext cx="521534" cy="598309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23557-295D-4D7D-BCAD-2C3E301925A2}" type="datetimeFigureOut">
              <a:rPr lang="es-ES" smtClean="0"/>
              <a:t>24/08/2026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8C032A-E09D-4C11-8805-4A136CE4668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715380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4525" y="50205"/>
            <a:ext cx="1058407" cy="18226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4526" y="231160"/>
            <a:ext cx="519137" cy="113288"/>
          </a:xfrm>
        </p:spPr>
        <p:txBody>
          <a:bodyPr anchor="b"/>
          <a:lstStyle>
            <a:lvl1pPr marL="0" indent="0">
              <a:buNone/>
              <a:defRPr sz="242" b="1"/>
            </a:lvl1pPr>
            <a:lvl2pPr marL="46040" indent="0">
              <a:buNone/>
              <a:defRPr sz="201" b="1"/>
            </a:lvl2pPr>
            <a:lvl3pPr marL="92080" indent="0">
              <a:buNone/>
              <a:defRPr sz="181" b="1"/>
            </a:lvl3pPr>
            <a:lvl4pPr marL="138120" indent="0">
              <a:buNone/>
              <a:defRPr sz="161" b="1"/>
            </a:lvl4pPr>
            <a:lvl5pPr marL="184160" indent="0">
              <a:buNone/>
              <a:defRPr sz="161" b="1"/>
            </a:lvl5pPr>
            <a:lvl6pPr marL="230200" indent="0">
              <a:buNone/>
              <a:defRPr sz="161" b="1"/>
            </a:lvl6pPr>
            <a:lvl7pPr marL="276240" indent="0">
              <a:buNone/>
              <a:defRPr sz="161" b="1"/>
            </a:lvl7pPr>
            <a:lvl8pPr marL="322280" indent="0">
              <a:buNone/>
              <a:defRPr sz="161" b="1"/>
            </a:lvl8pPr>
            <a:lvl9pPr marL="368320" indent="0">
              <a:buNone/>
              <a:defRPr sz="161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4526" y="344448"/>
            <a:ext cx="519137" cy="506631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21239" y="231160"/>
            <a:ext cx="521693" cy="113288"/>
          </a:xfrm>
        </p:spPr>
        <p:txBody>
          <a:bodyPr anchor="b"/>
          <a:lstStyle>
            <a:lvl1pPr marL="0" indent="0">
              <a:buNone/>
              <a:defRPr sz="242" b="1"/>
            </a:lvl1pPr>
            <a:lvl2pPr marL="46040" indent="0">
              <a:buNone/>
              <a:defRPr sz="201" b="1"/>
            </a:lvl2pPr>
            <a:lvl3pPr marL="92080" indent="0">
              <a:buNone/>
              <a:defRPr sz="181" b="1"/>
            </a:lvl3pPr>
            <a:lvl4pPr marL="138120" indent="0">
              <a:buNone/>
              <a:defRPr sz="161" b="1"/>
            </a:lvl4pPr>
            <a:lvl5pPr marL="184160" indent="0">
              <a:buNone/>
              <a:defRPr sz="161" b="1"/>
            </a:lvl5pPr>
            <a:lvl6pPr marL="230200" indent="0">
              <a:buNone/>
              <a:defRPr sz="161" b="1"/>
            </a:lvl6pPr>
            <a:lvl7pPr marL="276240" indent="0">
              <a:buNone/>
              <a:defRPr sz="161" b="1"/>
            </a:lvl7pPr>
            <a:lvl8pPr marL="322280" indent="0">
              <a:buNone/>
              <a:defRPr sz="161" b="1"/>
            </a:lvl8pPr>
            <a:lvl9pPr marL="368320" indent="0">
              <a:buNone/>
              <a:defRPr sz="161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21239" y="344448"/>
            <a:ext cx="521693" cy="506631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23557-295D-4D7D-BCAD-2C3E301925A2}" type="datetimeFigureOut">
              <a:rPr lang="es-ES" smtClean="0"/>
              <a:t>24/08/2026</a:t>
            </a:fld>
            <a:endParaRPr lang="es-E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8C032A-E09D-4C11-8805-4A136CE4668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465712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23557-295D-4D7D-BCAD-2C3E301925A2}" type="datetimeFigureOut">
              <a:rPr lang="es-ES" smtClean="0"/>
              <a:t>24/08/2026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8C032A-E09D-4C11-8805-4A136CE4668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936715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23557-295D-4D7D-BCAD-2C3E301925A2}" type="datetimeFigureOut">
              <a:rPr lang="es-ES" smtClean="0"/>
              <a:t>24/08/2026</a:t>
            </a:fld>
            <a:endParaRPr lang="es-E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8C032A-E09D-4C11-8805-4A136CE4668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465864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4526" y="62865"/>
            <a:ext cx="395784" cy="220028"/>
          </a:xfrm>
        </p:spPr>
        <p:txBody>
          <a:bodyPr anchor="b"/>
          <a:lstStyle>
            <a:lvl1pPr>
              <a:defRPr sz="322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21693" y="135771"/>
            <a:ext cx="621239" cy="670123"/>
          </a:xfrm>
        </p:spPr>
        <p:txBody>
          <a:bodyPr/>
          <a:lstStyle>
            <a:lvl1pPr>
              <a:defRPr sz="322"/>
            </a:lvl1pPr>
            <a:lvl2pPr>
              <a:defRPr sz="282"/>
            </a:lvl2pPr>
            <a:lvl3pPr>
              <a:defRPr sz="242"/>
            </a:lvl3pPr>
            <a:lvl4pPr>
              <a:defRPr sz="201"/>
            </a:lvl4pPr>
            <a:lvl5pPr>
              <a:defRPr sz="201"/>
            </a:lvl5pPr>
            <a:lvl6pPr>
              <a:defRPr sz="201"/>
            </a:lvl6pPr>
            <a:lvl7pPr>
              <a:defRPr sz="201"/>
            </a:lvl7pPr>
            <a:lvl8pPr>
              <a:defRPr sz="201"/>
            </a:lvl8pPr>
            <a:lvl9pPr>
              <a:defRPr sz="201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4526" y="282893"/>
            <a:ext cx="395784" cy="524093"/>
          </a:xfrm>
        </p:spPr>
        <p:txBody>
          <a:bodyPr/>
          <a:lstStyle>
            <a:lvl1pPr marL="0" indent="0">
              <a:buNone/>
              <a:defRPr sz="161"/>
            </a:lvl1pPr>
            <a:lvl2pPr marL="46040" indent="0">
              <a:buNone/>
              <a:defRPr sz="141"/>
            </a:lvl2pPr>
            <a:lvl3pPr marL="92080" indent="0">
              <a:buNone/>
              <a:defRPr sz="121"/>
            </a:lvl3pPr>
            <a:lvl4pPr marL="138120" indent="0">
              <a:buNone/>
              <a:defRPr sz="101"/>
            </a:lvl4pPr>
            <a:lvl5pPr marL="184160" indent="0">
              <a:buNone/>
              <a:defRPr sz="101"/>
            </a:lvl5pPr>
            <a:lvl6pPr marL="230200" indent="0">
              <a:buNone/>
              <a:defRPr sz="101"/>
            </a:lvl6pPr>
            <a:lvl7pPr marL="276240" indent="0">
              <a:buNone/>
              <a:defRPr sz="101"/>
            </a:lvl7pPr>
            <a:lvl8pPr marL="322280" indent="0">
              <a:buNone/>
              <a:defRPr sz="101"/>
            </a:lvl8pPr>
            <a:lvl9pPr marL="368320" indent="0">
              <a:buNone/>
              <a:defRPr sz="10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23557-295D-4D7D-BCAD-2C3E301925A2}" type="datetimeFigureOut">
              <a:rPr lang="es-ES" smtClean="0"/>
              <a:t>24/08/2026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8C032A-E09D-4C11-8805-4A136CE4668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130394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4526" y="62865"/>
            <a:ext cx="395784" cy="220028"/>
          </a:xfrm>
        </p:spPr>
        <p:txBody>
          <a:bodyPr anchor="b"/>
          <a:lstStyle>
            <a:lvl1pPr>
              <a:defRPr sz="322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21693" y="135771"/>
            <a:ext cx="621239" cy="670123"/>
          </a:xfrm>
        </p:spPr>
        <p:txBody>
          <a:bodyPr/>
          <a:lstStyle>
            <a:lvl1pPr marL="0" indent="0">
              <a:buNone/>
              <a:defRPr sz="322"/>
            </a:lvl1pPr>
            <a:lvl2pPr marL="46040" indent="0">
              <a:buNone/>
              <a:defRPr sz="282"/>
            </a:lvl2pPr>
            <a:lvl3pPr marL="92080" indent="0">
              <a:buNone/>
              <a:defRPr sz="242"/>
            </a:lvl3pPr>
            <a:lvl4pPr marL="138120" indent="0">
              <a:buNone/>
              <a:defRPr sz="201"/>
            </a:lvl4pPr>
            <a:lvl5pPr marL="184160" indent="0">
              <a:buNone/>
              <a:defRPr sz="201"/>
            </a:lvl5pPr>
            <a:lvl6pPr marL="230200" indent="0">
              <a:buNone/>
              <a:defRPr sz="201"/>
            </a:lvl6pPr>
            <a:lvl7pPr marL="276240" indent="0">
              <a:buNone/>
              <a:defRPr sz="201"/>
            </a:lvl7pPr>
            <a:lvl8pPr marL="322280" indent="0">
              <a:buNone/>
              <a:defRPr sz="201"/>
            </a:lvl8pPr>
            <a:lvl9pPr marL="368320" indent="0">
              <a:buNone/>
              <a:defRPr sz="201"/>
            </a:lvl9pPr>
          </a:lstStyle>
          <a:p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4526" y="282893"/>
            <a:ext cx="395784" cy="524093"/>
          </a:xfrm>
        </p:spPr>
        <p:txBody>
          <a:bodyPr/>
          <a:lstStyle>
            <a:lvl1pPr marL="0" indent="0">
              <a:buNone/>
              <a:defRPr sz="161"/>
            </a:lvl1pPr>
            <a:lvl2pPr marL="46040" indent="0">
              <a:buNone/>
              <a:defRPr sz="141"/>
            </a:lvl2pPr>
            <a:lvl3pPr marL="92080" indent="0">
              <a:buNone/>
              <a:defRPr sz="121"/>
            </a:lvl3pPr>
            <a:lvl4pPr marL="138120" indent="0">
              <a:buNone/>
              <a:defRPr sz="101"/>
            </a:lvl4pPr>
            <a:lvl5pPr marL="184160" indent="0">
              <a:buNone/>
              <a:defRPr sz="101"/>
            </a:lvl5pPr>
            <a:lvl6pPr marL="230200" indent="0">
              <a:buNone/>
              <a:defRPr sz="101"/>
            </a:lvl6pPr>
            <a:lvl7pPr marL="276240" indent="0">
              <a:buNone/>
              <a:defRPr sz="101"/>
            </a:lvl7pPr>
            <a:lvl8pPr marL="322280" indent="0">
              <a:buNone/>
              <a:defRPr sz="101"/>
            </a:lvl8pPr>
            <a:lvl9pPr marL="368320" indent="0">
              <a:buNone/>
              <a:defRPr sz="10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23557-295D-4D7D-BCAD-2C3E301925A2}" type="datetimeFigureOut">
              <a:rPr lang="es-ES" smtClean="0"/>
              <a:t>24/08/2026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8C032A-E09D-4C11-8805-4A136CE4668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95775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23557-295D-4D7D-BCAD-2C3E301925A2}" type="datetimeFigureOut">
              <a:rPr lang="es-ES" smtClean="0"/>
              <a:t>24/08/2026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8C032A-E09D-4C11-8805-4A136CE4668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722584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8170" y="50205"/>
            <a:ext cx="264602" cy="79912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4366" y="50205"/>
            <a:ext cx="778466" cy="799128"/>
          </a:xfrm>
        </p:spPr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23557-295D-4D7D-BCAD-2C3E301925A2}" type="datetimeFigureOut">
              <a:rPr lang="es-ES" smtClean="0"/>
              <a:t>24/08/2026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8C032A-E09D-4C11-8805-4A136CE4668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543704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4366" y="50205"/>
            <a:ext cx="1058407" cy="1822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4366" y="251023"/>
            <a:ext cx="1058407" cy="5983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4366" y="873998"/>
            <a:ext cx="276106" cy="5020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423557-295D-4D7D-BCAD-2C3E301925A2}" type="datetimeFigureOut">
              <a:rPr lang="es-ES" smtClean="0"/>
              <a:t>24/08/2026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6490" y="873998"/>
            <a:ext cx="414159" cy="5020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6666" y="873998"/>
            <a:ext cx="276106" cy="5020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8C032A-E09D-4C11-8805-4A136CE4668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132160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709" r:id="rId2"/>
    <p:sldLayoutId id="2147483710" r:id="rId3"/>
    <p:sldLayoutId id="2147483711" r:id="rId4"/>
    <p:sldLayoutId id="2147483712" r:id="rId5"/>
    <p:sldLayoutId id="2147483713" r:id="rId6"/>
    <p:sldLayoutId id="2147483714" r:id="rId7"/>
    <p:sldLayoutId id="2147483715" r:id="rId8"/>
    <p:sldLayoutId id="2147483716" r:id="rId9"/>
    <p:sldLayoutId id="2147483717" r:id="rId10"/>
    <p:sldLayoutId id="2147483718" r:id="rId11"/>
  </p:sldLayoutIdLst>
  <p:txStyles>
    <p:titleStyle>
      <a:lvl1pPr algn="l" defTabSz="92080" rtl="0" eaLnBrk="1" latinLnBrk="0" hangingPunct="1">
        <a:lnSpc>
          <a:spcPct val="90000"/>
        </a:lnSpc>
        <a:spcBef>
          <a:spcPct val="0"/>
        </a:spcBef>
        <a:buNone/>
        <a:defRPr sz="44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3020" indent="-23020" algn="l" defTabSz="92080" rtl="0" eaLnBrk="1" latinLnBrk="0" hangingPunct="1">
        <a:lnSpc>
          <a:spcPct val="90000"/>
        </a:lnSpc>
        <a:spcBef>
          <a:spcPts val="101"/>
        </a:spcBef>
        <a:buFont typeface="Arial" panose="020B0604020202020204" pitchFamily="34" charset="0"/>
        <a:buChar char="•"/>
        <a:defRPr sz="282" kern="1200">
          <a:solidFill>
            <a:schemeClr val="tx1"/>
          </a:solidFill>
          <a:latin typeface="+mn-lt"/>
          <a:ea typeface="+mn-ea"/>
          <a:cs typeface="+mn-cs"/>
        </a:defRPr>
      </a:lvl1pPr>
      <a:lvl2pPr marL="69060" indent="-23020" algn="l" defTabSz="92080" rtl="0" eaLnBrk="1" latinLnBrk="0" hangingPunct="1">
        <a:lnSpc>
          <a:spcPct val="90000"/>
        </a:lnSpc>
        <a:spcBef>
          <a:spcPts val="50"/>
        </a:spcBef>
        <a:buFont typeface="Arial" panose="020B0604020202020204" pitchFamily="34" charset="0"/>
        <a:buChar char="•"/>
        <a:defRPr sz="242" kern="1200">
          <a:solidFill>
            <a:schemeClr val="tx1"/>
          </a:solidFill>
          <a:latin typeface="+mn-lt"/>
          <a:ea typeface="+mn-ea"/>
          <a:cs typeface="+mn-cs"/>
        </a:defRPr>
      </a:lvl2pPr>
      <a:lvl3pPr marL="115100" indent="-23020" algn="l" defTabSz="92080" rtl="0" eaLnBrk="1" latinLnBrk="0" hangingPunct="1">
        <a:lnSpc>
          <a:spcPct val="90000"/>
        </a:lnSpc>
        <a:spcBef>
          <a:spcPts val="50"/>
        </a:spcBef>
        <a:buFont typeface="Arial" panose="020B0604020202020204" pitchFamily="34" charset="0"/>
        <a:buChar char="•"/>
        <a:defRPr sz="201" kern="1200">
          <a:solidFill>
            <a:schemeClr val="tx1"/>
          </a:solidFill>
          <a:latin typeface="+mn-lt"/>
          <a:ea typeface="+mn-ea"/>
          <a:cs typeface="+mn-cs"/>
        </a:defRPr>
      </a:lvl3pPr>
      <a:lvl4pPr marL="161140" indent="-23020" algn="l" defTabSz="92080" rtl="0" eaLnBrk="1" latinLnBrk="0" hangingPunct="1">
        <a:lnSpc>
          <a:spcPct val="90000"/>
        </a:lnSpc>
        <a:spcBef>
          <a:spcPts val="50"/>
        </a:spcBef>
        <a:buFont typeface="Arial" panose="020B0604020202020204" pitchFamily="34" charset="0"/>
        <a:buChar char="•"/>
        <a:defRPr sz="181" kern="1200">
          <a:solidFill>
            <a:schemeClr val="tx1"/>
          </a:solidFill>
          <a:latin typeface="+mn-lt"/>
          <a:ea typeface="+mn-ea"/>
          <a:cs typeface="+mn-cs"/>
        </a:defRPr>
      </a:lvl4pPr>
      <a:lvl5pPr marL="207180" indent="-23020" algn="l" defTabSz="92080" rtl="0" eaLnBrk="1" latinLnBrk="0" hangingPunct="1">
        <a:lnSpc>
          <a:spcPct val="90000"/>
        </a:lnSpc>
        <a:spcBef>
          <a:spcPts val="50"/>
        </a:spcBef>
        <a:buFont typeface="Arial" panose="020B0604020202020204" pitchFamily="34" charset="0"/>
        <a:buChar char="•"/>
        <a:defRPr sz="181" kern="1200">
          <a:solidFill>
            <a:schemeClr val="tx1"/>
          </a:solidFill>
          <a:latin typeface="+mn-lt"/>
          <a:ea typeface="+mn-ea"/>
          <a:cs typeface="+mn-cs"/>
        </a:defRPr>
      </a:lvl5pPr>
      <a:lvl6pPr marL="253220" indent="-23020" algn="l" defTabSz="92080" rtl="0" eaLnBrk="1" latinLnBrk="0" hangingPunct="1">
        <a:lnSpc>
          <a:spcPct val="90000"/>
        </a:lnSpc>
        <a:spcBef>
          <a:spcPts val="50"/>
        </a:spcBef>
        <a:buFont typeface="Arial" panose="020B0604020202020204" pitchFamily="34" charset="0"/>
        <a:buChar char="•"/>
        <a:defRPr sz="181" kern="1200">
          <a:solidFill>
            <a:schemeClr val="tx1"/>
          </a:solidFill>
          <a:latin typeface="+mn-lt"/>
          <a:ea typeface="+mn-ea"/>
          <a:cs typeface="+mn-cs"/>
        </a:defRPr>
      </a:lvl6pPr>
      <a:lvl7pPr marL="299260" indent="-23020" algn="l" defTabSz="92080" rtl="0" eaLnBrk="1" latinLnBrk="0" hangingPunct="1">
        <a:lnSpc>
          <a:spcPct val="90000"/>
        </a:lnSpc>
        <a:spcBef>
          <a:spcPts val="50"/>
        </a:spcBef>
        <a:buFont typeface="Arial" panose="020B0604020202020204" pitchFamily="34" charset="0"/>
        <a:buChar char="•"/>
        <a:defRPr sz="181" kern="1200">
          <a:solidFill>
            <a:schemeClr val="tx1"/>
          </a:solidFill>
          <a:latin typeface="+mn-lt"/>
          <a:ea typeface="+mn-ea"/>
          <a:cs typeface="+mn-cs"/>
        </a:defRPr>
      </a:lvl7pPr>
      <a:lvl8pPr marL="345300" indent="-23020" algn="l" defTabSz="92080" rtl="0" eaLnBrk="1" latinLnBrk="0" hangingPunct="1">
        <a:lnSpc>
          <a:spcPct val="90000"/>
        </a:lnSpc>
        <a:spcBef>
          <a:spcPts val="50"/>
        </a:spcBef>
        <a:buFont typeface="Arial" panose="020B0604020202020204" pitchFamily="34" charset="0"/>
        <a:buChar char="•"/>
        <a:defRPr sz="181" kern="1200">
          <a:solidFill>
            <a:schemeClr val="tx1"/>
          </a:solidFill>
          <a:latin typeface="+mn-lt"/>
          <a:ea typeface="+mn-ea"/>
          <a:cs typeface="+mn-cs"/>
        </a:defRPr>
      </a:lvl8pPr>
      <a:lvl9pPr marL="391340" indent="-23020" algn="l" defTabSz="92080" rtl="0" eaLnBrk="1" latinLnBrk="0" hangingPunct="1">
        <a:lnSpc>
          <a:spcPct val="90000"/>
        </a:lnSpc>
        <a:spcBef>
          <a:spcPts val="50"/>
        </a:spcBef>
        <a:buFont typeface="Arial" panose="020B0604020202020204" pitchFamily="34" charset="0"/>
        <a:buChar char="•"/>
        <a:defRPr sz="18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2080" rtl="0" eaLnBrk="1" latinLnBrk="0" hangingPunct="1">
        <a:defRPr sz="181" kern="1200">
          <a:solidFill>
            <a:schemeClr val="tx1"/>
          </a:solidFill>
          <a:latin typeface="+mn-lt"/>
          <a:ea typeface="+mn-ea"/>
          <a:cs typeface="+mn-cs"/>
        </a:defRPr>
      </a:lvl1pPr>
      <a:lvl2pPr marL="46040" algn="l" defTabSz="92080" rtl="0" eaLnBrk="1" latinLnBrk="0" hangingPunct="1">
        <a:defRPr sz="181" kern="1200">
          <a:solidFill>
            <a:schemeClr val="tx1"/>
          </a:solidFill>
          <a:latin typeface="+mn-lt"/>
          <a:ea typeface="+mn-ea"/>
          <a:cs typeface="+mn-cs"/>
        </a:defRPr>
      </a:lvl2pPr>
      <a:lvl3pPr marL="92080" algn="l" defTabSz="92080" rtl="0" eaLnBrk="1" latinLnBrk="0" hangingPunct="1">
        <a:defRPr sz="181" kern="1200">
          <a:solidFill>
            <a:schemeClr val="tx1"/>
          </a:solidFill>
          <a:latin typeface="+mn-lt"/>
          <a:ea typeface="+mn-ea"/>
          <a:cs typeface="+mn-cs"/>
        </a:defRPr>
      </a:lvl3pPr>
      <a:lvl4pPr marL="138120" algn="l" defTabSz="92080" rtl="0" eaLnBrk="1" latinLnBrk="0" hangingPunct="1">
        <a:defRPr sz="181" kern="1200">
          <a:solidFill>
            <a:schemeClr val="tx1"/>
          </a:solidFill>
          <a:latin typeface="+mn-lt"/>
          <a:ea typeface="+mn-ea"/>
          <a:cs typeface="+mn-cs"/>
        </a:defRPr>
      </a:lvl4pPr>
      <a:lvl5pPr marL="184160" algn="l" defTabSz="92080" rtl="0" eaLnBrk="1" latinLnBrk="0" hangingPunct="1">
        <a:defRPr sz="181" kern="1200">
          <a:solidFill>
            <a:schemeClr val="tx1"/>
          </a:solidFill>
          <a:latin typeface="+mn-lt"/>
          <a:ea typeface="+mn-ea"/>
          <a:cs typeface="+mn-cs"/>
        </a:defRPr>
      </a:lvl5pPr>
      <a:lvl6pPr marL="230200" algn="l" defTabSz="92080" rtl="0" eaLnBrk="1" latinLnBrk="0" hangingPunct="1">
        <a:defRPr sz="181" kern="1200">
          <a:solidFill>
            <a:schemeClr val="tx1"/>
          </a:solidFill>
          <a:latin typeface="+mn-lt"/>
          <a:ea typeface="+mn-ea"/>
          <a:cs typeface="+mn-cs"/>
        </a:defRPr>
      </a:lvl6pPr>
      <a:lvl7pPr marL="276240" algn="l" defTabSz="92080" rtl="0" eaLnBrk="1" latinLnBrk="0" hangingPunct="1">
        <a:defRPr sz="181" kern="1200">
          <a:solidFill>
            <a:schemeClr val="tx1"/>
          </a:solidFill>
          <a:latin typeface="+mn-lt"/>
          <a:ea typeface="+mn-ea"/>
          <a:cs typeface="+mn-cs"/>
        </a:defRPr>
      </a:lvl7pPr>
      <a:lvl8pPr marL="322280" algn="l" defTabSz="92080" rtl="0" eaLnBrk="1" latinLnBrk="0" hangingPunct="1">
        <a:defRPr sz="181" kern="1200">
          <a:solidFill>
            <a:schemeClr val="tx1"/>
          </a:solidFill>
          <a:latin typeface="+mn-lt"/>
          <a:ea typeface="+mn-ea"/>
          <a:cs typeface="+mn-cs"/>
        </a:defRPr>
      </a:lvl8pPr>
      <a:lvl9pPr marL="368320" algn="l" defTabSz="92080" rtl="0" eaLnBrk="1" latinLnBrk="0" hangingPunct="1">
        <a:defRPr sz="18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0" y="192425"/>
            <a:ext cx="1227138" cy="328295"/>
          </a:xfrm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>
            <a:normAutofit fontScale="90000"/>
          </a:bodyPr>
          <a:lstStyle/>
          <a:p>
            <a:br>
              <a:rPr lang="es-ES" sz="800" b="1" dirty="0">
                <a:latin typeface="Calibri" pitchFamily="34" charset="0"/>
                <a:cs typeface="Calibri" pitchFamily="34" charset="0"/>
              </a:rPr>
            </a:br>
            <a:br>
              <a:rPr lang="es-ES" sz="800" b="1" dirty="0">
                <a:latin typeface="Calibri" pitchFamily="34" charset="0"/>
                <a:cs typeface="Calibri" pitchFamily="34" charset="0"/>
              </a:rPr>
            </a:br>
            <a:br>
              <a:rPr lang="es-ES" sz="800" b="1" dirty="0">
                <a:latin typeface="Calibri" pitchFamily="34" charset="0"/>
                <a:cs typeface="Calibri" pitchFamily="34" charset="0"/>
              </a:rPr>
            </a:br>
            <a:r>
              <a:rPr lang="es-ES" sz="1100" b="1" dirty="0">
                <a:solidFill>
                  <a:schemeClr val="accent5">
                    <a:lumMod val="75000"/>
                  </a:schemeClr>
                </a:solidFill>
                <a:latin typeface="+mn-lt"/>
                <a:cs typeface="Calibri" pitchFamily="34" charset="0"/>
              </a:rPr>
              <a:t>CSS</a:t>
            </a:r>
            <a:endParaRPr lang="es-ES" sz="600" b="1" dirty="0">
              <a:solidFill>
                <a:schemeClr val="accent5">
                  <a:lumMod val="75000"/>
                </a:schemeClr>
              </a:solidFill>
              <a:latin typeface="+mn-lt"/>
              <a:cs typeface="Calibri" pitchFamily="34" charset="0"/>
            </a:endParaRP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566739" y="541476"/>
            <a:ext cx="800894" cy="35387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Autofit/>
          </a:bodyPr>
          <a:lstStyle/>
          <a:p>
            <a:pPr algn="just">
              <a:lnSpc>
                <a:spcPct val="170000"/>
              </a:lnSpc>
            </a:pPr>
            <a:r>
              <a:rPr lang="es-ES" sz="350" b="1" dirty="0">
                <a:latin typeface="Bahnschrift" panose="020B0502040204020203" pitchFamily="34" charset="0"/>
                <a:cs typeface="Calibri" pitchFamily="34" charset="0"/>
              </a:rPr>
              <a:t>Instructor:        </a:t>
            </a:r>
          </a:p>
          <a:p>
            <a:pPr algn="just">
              <a:lnSpc>
                <a:spcPct val="170000"/>
              </a:lnSpc>
            </a:pPr>
            <a:r>
              <a:rPr lang="es-ES" sz="350" dirty="0">
                <a:latin typeface="Bahnschrift" panose="020B0502040204020203" pitchFamily="34" charset="0"/>
                <a:cs typeface="Calibri" pitchFamily="34" charset="0"/>
              </a:rPr>
              <a:t>Ing. María Eugenia Cabeza</a:t>
            </a:r>
          </a:p>
          <a:p>
            <a:pPr algn="just">
              <a:lnSpc>
                <a:spcPct val="170000"/>
              </a:lnSpc>
            </a:pPr>
            <a:r>
              <a:rPr lang="es-ES" sz="350" dirty="0">
                <a:latin typeface="Bahnschrift" panose="020B0502040204020203" pitchFamily="34" charset="0"/>
                <a:cs typeface="Calibri" pitchFamily="34" charset="0"/>
              </a:rPr>
              <a:t>0424-7193646</a:t>
            </a:r>
          </a:p>
        </p:txBody>
      </p:sp>
    </p:spTree>
    <p:extLst>
      <p:ext uri="{BB962C8B-B14F-4D97-AF65-F5344CB8AC3E}">
        <p14:creationId xmlns:p14="http://schemas.microsoft.com/office/powerpoint/2010/main" val="6634684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CuadroTexto"/>
          <p:cNvSpPr txBox="1"/>
          <p:nvPr/>
        </p:nvSpPr>
        <p:spPr>
          <a:xfrm>
            <a:off x="0" y="-1594"/>
            <a:ext cx="1097756" cy="1747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s-ES" sz="400" dirty="0">
                <a:solidFill>
                  <a:srgbClr val="0070C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Bahnschrift" panose="020B0502040204020203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Definición e Importancia de CSS</a:t>
            </a:r>
            <a:endParaRPr lang="es-VE" sz="400" dirty="0">
              <a:solidFill>
                <a:srgbClr val="0070C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Bahnschrift" panose="020B0502040204020203" pitchFamily="34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5" name="4 CuadroTexto"/>
          <p:cNvSpPr txBox="1"/>
          <p:nvPr/>
        </p:nvSpPr>
        <p:spPr>
          <a:xfrm>
            <a:off x="0" y="118778"/>
            <a:ext cx="1227138" cy="6333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200000"/>
              </a:lnSpc>
            </a:pPr>
            <a:r>
              <a:rPr lang="es-ES" sz="300" dirty="0"/>
              <a:t>	CSS (</a:t>
            </a:r>
            <a:r>
              <a:rPr lang="es-ES" sz="300" dirty="0" err="1"/>
              <a:t>Cascading</a:t>
            </a:r>
            <a:r>
              <a:rPr lang="es-ES" sz="300" dirty="0"/>
              <a:t> Style </a:t>
            </a:r>
            <a:r>
              <a:rPr lang="es-ES" sz="300" dirty="0" err="1"/>
              <a:t>Sheets</a:t>
            </a:r>
            <a:r>
              <a:rPr lang="es-ES" sz="300" dirty="0"/>
              <a:t>) o en español «Hojas de estilo en cascada», es un lenguaje de diseño gráfico para definir y crear la presentación de un documento estructurado escrito en un lenguaje de marcado. Es muy usado para establecer el diseño visual de los documentos web, e interfaces de usuario escritas en HTML XHTML.</a:t>
            </a:r>
          </a:p>
        </p:txBody>
      </p:sp>
    </p:spTree>
    <p:extLst>
      <p:ext uri="{BB962C8B-B14F-4D97-AF65-F5344CB8AC3E}">
        <p14:creationId xmlns:p14="http://schemas.microsoft.com/office/powerpoint/2010/main" val="23606632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3C217D-A70D-E654-A5F1-19CA2F8CF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CuadroTexto">
            <a:extLst>
              <a:ext uri="{FF2B5EF4-FFF2-40B4-BE49-F238E27FC236}">
                <a16:creationId xmlns:a16="http://schemas.microsoft.com/office/drawing/2014/main" id="{C262E6F3-3112-5D43-C55B-49208C133AC9}"/>
              </a:ext>
            </a:extLst>
          </p:cNvPr>
          <p:cNvSpPr txBox="1"/>
          <p:nvPr/>
        </p:nvSpPr>
        <p:spPr>
          <a:xfrm>
            <a:off x="0" y="-1594"/>
            <a:ext cx="1097756" cy="1747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s-ES" sz="400" dirty="0">
                <a:solidFill>
                  <a:srgbClr val="0070C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Bahnschrift" panose="020B0502040204020203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Definición e Importancia de CSS</a:t>
            </a:r>
            <a:endParaRPr lang="es-VE" sz="400" dirty="0">
              <a:solidFill>
                <a:srgbClr val="0070C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Bahnschrift" panose="020B0502040204020203" pitchFamily="34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5" name="4 CuadroTexto">
            <a:extLst>
              <a:ext uri="{FF2B5EF4-FFF2-40B4-BE49-F238E27FC236}">
                <a16:creationId xmlns:a16="http://schemas.microsoft.com/office/drawing/2014/main" id="{C56E148F-B1EF-2620-36F8-455DD4AB394A}"/>
              </a:ext>
            </a:extLst>
          </p:cNvPr>
          <p:cNvSpPr txBox="1"/>
          <p:nvPr/>
        </p:nvSpPr>
        <p:spPr>
          <a:xfrm>
            <a:off x="0" y="118778"/>
            <a:ext cx="1227138" cy="4487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200000"/>
              </a:lnSpc>
            </a:pPr>
            <a:r>
              <a:rPr lang="es-ES" sz="300" dirty="0"/>
              <a:t>	CSS está diseñado principalmente para marcar la separación del contenido del documento y la forma de presentación de este, características tales como las capas o </a:t>
            </a:r>
            <a:r>
              <a:rPr lang="es-ES" sz="300" dirty="0" err="1"/>
              <a:t>layouts</a:t>
            </a:r>
            <a:r>
              <a:rPr lang="es-ES" sz="300" dirty="0"/>
              <a:t>, los colores y las fuentes. </a:t>
            </a:r>
          </a:p>
        </p:txBody>
      </p:sp>
    </p:spTree>
    <p:extLst>
      <p:ext uri="{BB962C8B-B14F-4D97-AF65-F5344CB8AC3E}">
        <p14:creationId xmlns:p14="http://schemas.microsoft.com/office/powerpoint/2010/main" val="39664240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BA521F-95C1-6C6E-5E3E-CC273F5AC0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CuadroTexto">
            <a:extLst>
              <a:ext uri="{FF2B5EF4-FFF2-40B4-BE49-F238E27FC236}">
                <a16:creationId xmlns:a16="http://schemas.microsoft.com/office/drawing/2014/main" id="{64E8C0A1-64CC-6946-3EF0-C6A8C93A462E}"/>
              </a:ext>
            </a:extLst>
          </p:cNvPr>
          <p:cNvSpPr txBox="1"/>
          <p:nvPr/>
        </p:nvSpPr>
        <p:spPr>
          <a:xfrm>
            <a:off x="0" y="-1594"/>
            <a:ext cx="1097756" cy="1747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s-ES" sz="400" dirty="0">
                <a:solidFill>
                  <a:srgbClr val="0070C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Bahnschrift" panose="020B0502040204020203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Definición e Importancia de CSS</a:t>
            </a:r>
            <a:endParaRPr lang="es-VE" sz="400" dirty="0">
              <a:solidFill>
                <a:srgbClr val="0070C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Bahnschrift" panose="020B0502040204020203" pitchFamily="34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5" name="4 CuadroTexto">
            <a:extLst>
              <a:ext uri="{FF2B5EF4-FFF2-40B4-BE49-F238E27FC236}">
                <a16:creationId xmlns:a16="http://schemas.microsoft.com/office/drawing/2014/main" id="{964FC897-1039-E916-6AC0-740AA71882E9}"/>
              </a:ext>
            </a:extLst>
          </p:cNvPr>
          <p:cNvSpPr txBox="1"/>
          <p:nvPr/>
        </p:nvSpPr>
        <p:spPr>
          <a:xfrm>
            <a:off x="0" y="118778"/>
            <a:ext cx="1227138" cy="6333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200000"/>
              </a:lnSpc>
            </a:pPr>
            <a:r>
              <a:rPr lang="es-ES" sz="300" dirty="0"/>
              <a:t>	 Esta separación busca mejorar la accesibilidad del documento, proveer más flexibilidad y control en la especificación de características </a:t>
            </a:r>
            <a:r>
              <a:rPr lang="es-ES" sz="300" dirty="0" err="1"/>
              <a:t>presentacionales</a:t>
            </a:r>
            <a:r>
              <a:rPr lang="es-ES" sz="300" dirty="0"/>
              <a:t>, permitir que varios documentos HTML compartan un mismo estilo usando una sola hoja de estilos separada en un archivo .</a:t>
            </a:r>
            <a:r>
              <a:rPr lang="es-ES" sz="300" dirty="0" err="1"/>
              <a:t>css</a:t>
            </a:r>
            <a:r>
              <a:rPr lang="es-ES" sz="300" dirty="0"/>
              <a:t>, y reducir la complejidad y la repetición de código en la estructura del documento.</a:t>
            </a:r>
          </a:p>
        </p:txBody>
      </p:sp>
    </p:spTree>
    <p:extLst>
      <p:ext uri="{BB962C8B-B14F-4D97-AF65-F5344CB8AC3E}">
        <p14:creationId xmlns:p14="http://schemas.microsoft.com/office/powerpoint/2010/main" val="381043169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6306</TotalTime>
  <Words>184</Words>
  <Application>Microsoft Office PowerPoint</Application>
  <PresentationFormat>Personalizado</PresentationFormat>
  <Paragraphs>10</Paragraphs>
  <Slides>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9" baseType="lpstr">
      <vt:lpstr>Arial</vt:lpstr>
      <vt:lpstr>Bahnschrift</vt:lpstr>
      <vt:lpstr>Calibri</vt:lpstr>
      <vt:lpstr>Calibri Light</vt:lpstr>
      <vt:lpstr>Tema de Office</vt:lpstr>
      <vt:lpstr>   CSS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Ingenie-9</dc:creator>
  <cp:lastModifiedBy>Ideapad</cp:lastModifiedBy>
  <cp:revision>192</cp:revision>
  <cp:lastPrinted>2026-05-19T14:44:36Z</cp:lastPrinted>
  <dcterms:created xsi:type="dcterms:W3CDTF">2019-07-25T15:02:19Z</dcterms:created>
  <dcterms:modified xsi:type="dcterms:W3CDTF">2026-08-25T02:11:45Z</dcterms:modified>
</cp:coreProperties>
</file>